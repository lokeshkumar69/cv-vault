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AZ-204: Developing Solutions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Microsoft Azure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Cloud &amp; DevOps Training Report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Focus: Full-Stack CV Vault Application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Nehul Singh Negi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56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23EACCS809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041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GRRAS Solutions Pvt. Ltd.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515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      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GRRAS Solutions Pvt. Ltd.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GRRAS Solutions Pvt. Ltd. is a Jaipur-based IT training and skill development institute focused on emerging technologies such as Cloud Computing, DevOps, Cybersecurity, Data Science and Full-Stack Development.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delivers structured, hands-on, assessment-driven training programs for students and working professionals, in partnership with academic institutions. Training is delivered through real-world assignments, cloud labs and mentor-reviewed assessments — the model followed throughout this program.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342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Training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245864" y="457200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245864" y="5120640"/>
            <a:ext cx="342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 Used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43088" y="457200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943088" y="5120640"/>
            <a:ext cx="342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Mentor-Reviewed Assessments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— Full-Stack CV Vault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backend service for storing and retrieving resumes/CVs in the cloud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Vault is a secure, full-stack backend application built during the training program to manage user resumes and CVs in the cloud. It combines user authentication, cloud file storage, database persistence and monitoring into a single deployable 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91672" cy="1417320"/>
          </a:xfrm>
          <a:prstGeom prst="rect">
            <a:avLst/>
          </a:prstGeom>
          <a:solidFill>
            <a:srgbClr val="F3F5FA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39312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designed and built the entire backend independently — API design, database modeling, authentication and security, containerization, and deployment to two separate Azure targets.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  ·   MongoDB Atlas   ·   Azure Blob Storage   ·   Key Vault   ·   Application Insights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CV Vault assessment required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Express.js API with signup/login (JWT), CV upload/download via Blob Storage, MongoDB-backed persistence, centralized secrets and full observability — deployable to both a Web App and Container Apps.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meant the solution had to cover: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52715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 with JWT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and download via Blob Storage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user and metadata storage in MongoDB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4476" y="3337560"/>
            <a:ext cx="52715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secret management — nothing hardcoded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of requests, traces and errors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two different Azure compute targets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built, step by step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8745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402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API endpoints and data model needed for auth and CV upload/download.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3163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734556" y="18745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34556" y="22402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Express.js APIs locally and connected them to MongoDB Atlas.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461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118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Azure Blob Storage for CV file uploads and downloads.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31636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734556" y="32461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34556" y="36118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all secrets — DB URI, JWT secret, storage keys — into Key Vault with Managed Identity.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6177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9834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both Azure Web App and Container Apps (via Docker + ACR).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31636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734556" y="46177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34556" y="4983480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with Postman and monitored via Application Insights.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&amp;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with Postman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2468880"/>
        </p:xfrm>
        <a:graphic>
          <a:graphicData uri="http://schemas.openxmlformats.org/drawingml/2006/table">
            <a:tbl>
              <a:tblPr/>
              <a:tblGrid>
                <a:gridCol w="4658502"/>
                <a:gridCol w="643317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/api/auth/signup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user created successfully (201 Created)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access token issued (200 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wrong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Correctly rejected — 401 Unauthorized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/api/cv/upload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stored in Blob Storage (200 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/api/cv/download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retrieved successfully (200 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solidFill>
            <a:srgbClr val="1B265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44302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72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logged 319 telemetry events — requests, dependencies, traces and exceptions — confirming full visibility into the running service.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440680"/>
            <a:ext cx="3422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43600"/>
            <a:ext cx="3422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events captured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245864" y="5440680"/>
            <a:ext cx="3422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245864" y="5943600"/>
            <a:ext cx="3422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secured with JWT + Key Vault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943088" y="5440680"/>
            <a:ext cx="3422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943088" y="5943600"/>
            <a:ext cx="3422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deployment targets validated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Reflection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from building the CV Vault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Gained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secure backend APIs with JWT auth, Key Vault &amp; Managed Identity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MongoDB Atlas and Azure Blob Storage together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Containerizing Node.js applications with Docker &amp; pushing to ACR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one app to two different Azure compute targets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Application Insights for monitoring and troubleshooting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Reflection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CV Vault moved me from writing basic Express apps to confidently designing and deploying a production-style, secure cloud solution. Debugging real issues — IAM permissions, connection strings, Docker port conflicts — built practical problem-solving skills that go beyond following a checklist. I'm now comfortable reasoning about an end-to-end architecture: compute, storage, identity and observability working together.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 uploaded and version-controlled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3840480"/>
          </a:xfrm>
          <a:prstGeom prst="rect">
            <a:avLst/>
          </a:prstGeom>
          <a:solidFill>
            <a:srgbClr val="F3F5FA"/>
          </a:solidFill>
          <a:ln w="12700">
            <a:solidFill>
              <a:srgbClr val="E1E4E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3474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GitHub repository screenshot here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93192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repository page with the uploaded project — commits, README, and file structure clearly visible.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343400"/>
            <a:ext cx="9262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Insert → Pictures in PowerPoint, then drag to fill this frame.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  |  GRRAS Solutions Pvt. Ltd.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2026-09-07T16:30:27Z</dcterms:created>
  <dcterms:modified xsi:type="dcterms:W3CDTF">2026-09-07T16:30:27Z</dcterms:modified>
</cp:coreProperties>
</file>