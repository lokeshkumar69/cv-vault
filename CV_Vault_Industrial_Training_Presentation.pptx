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8BDF8"/>
                </a:solidFill>
              </a:defRPr>
            </a:pPr>
            <a:r>
              <a:t>AZURE DEVOPS &amp; CV VAULT</a:t>
            </a:r>
          </a:p>
          <a:p>
            <a:pPr algn="ctr"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Cloud Infrastructure Security, Service Principal OAuth 2.0 &amp; Resume Management Application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Industrial Training Presentation (6 Weeks) | Domain: Azure Cloud Engineering &amp; 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937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01. Industrial Training Context &amp; Domain Overview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02. Azure Entra ID &amp; Service Principal Setup (devops-sp)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03. IAM Role Assignment (Contributor Access)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04. Postman OAuth 2.0 Token Generation Test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05. Azure DevOps Service Connection (devops-sc)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64592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06. CV Vault Cloud Architecture &amp; Workflow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07. Web Application Features &amp; UI Dashboard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08. Node.js &amp; Express REST API Design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09. Azure Blob Storage &amp; MongoDB Integration</a:t>
            </a:r>
          </a:p>
          <a:p>
            <a:pPr>
              <a:spcAft>
                <a:spcPts val="1600"/>
              </a:spcAft>
              <a:defRPr sz="1700">
                <a:solidFill>
                  <a:srgbClr val="F8FAFC"/>
                </a:solidFill>
              </a:defRPr>
            </a:pPr>
            <a:r>
              <a:t>10. GitHub Code Verification &amp; Learning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Industrial Training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Primary Objective: Hands-on mastery of Azure Cloud Security, Service Principal Authentication, and Web Application Deployment.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Key Focus Areas: Microsoft Entra ID (Azure AD), OAuth 2.0 Tokens, Azure IAM Roles, Azure DevOps Pipelines, and CV Vault Web App.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Training Duration: 6 Weeks Industrial Training / Internship Project.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Core Achievement: Built end-to-end cloud authentication security layer linked seamlessly with Azure DevOps and CV Vault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AZURE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Azure Service Principal Creation (devops-sp)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App Registration: Registered Service Principal 'devops-sp' in Microsoft Entra ID (Azure Active Directory).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Non-Human Identity: Service Principal acts as a secure system identity for automated CI/CD tools without manual password entry.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Generated Identity Keys: Application (Client) ID '2fc34fd4-fc0c-4b7e...' and Directory (Tenant) ID 'a8555420-e7d8-408d...'.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Client Secret: Created secret key 'devops-connection-secret' to authenticate pipeline requests programmatically.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AZURE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IAM Role Assignment &amp; Subscription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Access Control (IAM): Configured Role Assignments on 'Azure Subscription 1'.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Role Assigned: Granted 'Contributor' role access to Service Principal 'devops-sp'.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Least Privilege Principle: Ensured 'devops-sp' has explicit permissions to manage, create, and deploy cloud resources.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Scope Control: Secured subscription access so automated scripts can manage Virtual Machines, Containers, and Storage Accounts.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API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Postman OAuth 2.0 Token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Authentication Endpoint: POST https://login.microsoftonline.com/&lt;tenant-id&gt;/oauth2/v2.0/token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Client Credentials Flow: Sent Client ID, Client Secret ('devops-connection-secret'), and Scope in request body.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HTTP 200 OK Response: Successfully generated JSON Web Token (JWT) Bearer Access Token ('access_token').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Verification Proof: Validated that Azure Active Directory accepts programmatic authentication for cloud deployments.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AZURE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Azure DevOps Service Connection (devops-sc)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Service Connection: Configured 'devops-sc' in Azure DevOps Project Settings under Service Connections.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Type: Azure Resource Manager with Service Principal Authentication.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Pipeline Linkage: Connected Azure DevOps pipelines directly to Microsoft Azure Subscription via 'devops-sp'.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CI/CD Automation: Enables automated building, testing, and zero-downtime deployment of applications like CV Vault.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APPLICATION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CV Vault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Application Purpose: Cloud-native Resume Management &amp; Screening Platform built on top of Azure Cloud Infrastructure.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Frontend UI: Modern Glassmorphic dashboard supporting drag-and-drop file upload, real-time search, and skill tags.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Backend API: Node.js &amp; Express.js REST API using Multer memory storage buffers for zero-disk latency.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Database &amp; Storage: MongoDB Atlas for candidate metadata indexing &amp; Azure Blob Storage for cloud file hosting.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Key 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Drag &amp; Drop Upload: Accepts PDF, DOCX, TXT resume files up to 10MB with live file size validation.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Skill Tag Filtering: Instant category filter pills (Frontend, Backend, DevOps, Data Science, Full Stack).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Inline Modal Viewer: Built-in glassmorphism modal popup to view resumes directly in browser without external tools.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Live Stats Counter: Real-time dashboard counters tracking total candidates uploaded and storage space MB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CLOUD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Azure Blob Storage SDK &amp; Resilient 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Azure Blob Integration: Connects via '@azure/storage-blob' SDK to store candidate CVs in 'resumes' Blob Container.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Direct Cloud URLs: Generates secure public access URLs for instant document viewing and downloading.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Smart Offline Fallback: If cloud keys are absent, system smoothly falls back to local storage &amp; in-memory DB.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High Availability: Ensures continuous uptime and development ease across offline and online environments.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CONTAINERIZATION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Docker Containerization &amp; Azure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Dockerization: Multi-stage Dockerfile packaging Node.js app into a lightweight 'node:20-alpine' image.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Azure Container Registry (ACR): Docker images pushed to ACR for secure enterprise container distribution.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Azure Container Apps: Deployed to serverless container app environment running port 5000.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Azure Key Vault: Stores secrets (MongoDB URI &amp; Storage Connection Strings) securely without hardcoding in source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GitHub Repository &amp; Code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Repository Name: cv-vault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Local Target Path: C:\Users\praja\Downloads\Azure Project\cv-vault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Version Control: Configured Git repository with clean commit history, README setup guide, and Dockerfile.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</a:defRPr>
            </a:pPr>
            <a:r>
              <a:t>•  Verification Proof: Complete cloud authentication setup &amp; web application code uploaded to GitHub.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57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CONCLUSION &amp; Q/A</a:t>
            </a:r>
          </a:p>
          <a:p>
            <a:pPr algn="ctr"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Successfully implemented Azure Service Principal Security, OAuth 2.0 Token Flow, Azure DevOps Pipelines &amp; CV Vault Web App.</a:t>
            </a:r>
          </a:p>
          <a:p>
            <a:pPr algn="ctr">
              <a:spcBef>
                <a:spcPts val="3000"/>
              </a:spcBef>
              <a:defRPr sz="3200" b="1">
                <a:solidFill>
                  <a:srgbClr val="38BDF8"/>
                </a:solidFill>
              </a:defRPr>
            </a:pPr>
            <a:r>
              <a:t>Thank You! | Open for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